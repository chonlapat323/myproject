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1645920" cy="347472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548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พัฒนาเว็บด้วย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+ NestJS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6B6D4"/>
                </a:solidFill>
              </a:rPr>
              <a:t>เรียนรู้ Lifecycle · Component-Based · CRUD จากศูนย์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502920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/ Next.js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3611880"/>
            <a:ext cx="2286000" cy="411480"/>
          </a:xfrm>
          <a:prstGeom prst="rect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NestJS + Prisma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3611880"/>
            <a:ext cx="2286000" cy="41148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80"/>
                </a:solidFill>
              </a:rPr>
              <a:t>สำหรับผู้เริ่มต้น | ภาษาไทย | มี Code ตัวอย่างจริง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🌐  เว็บทำงานอย่างไร?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ผู้ใช้เปิดเว็บ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581912"/>
            <a:ext cx="45720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904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280160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Next.js แสดงผล 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581912"/>
            <a:ext cx="45720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904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1280160"/>
          </a:xfrm>
          <a:prstGeom prst="rect">
            <a:avLst/>
          </a:prstGeom>
          <a:solidFill>
            <a:srgbClr val="EA580C">
              <a:alpha val="90000"/>
            </a:srgbClr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NestJS จัดการ Logic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581912"/>
            <a:ext cx="45720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4904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1920240" cy="128016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เก็บข้อมูลถาวร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595360" cy="5029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14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📤  HTTP Request  →  NestJS รับ Request → อ่าน/เขียน DB → ส่ง Response กลับ  →  📥  Browser แสดงผล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200400"/>
            <a:ext cx="42062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00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(ฝั่งผู้ใช้)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ทำงานใน Browser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913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แสดงผล UI / UX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2153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ใช้ React / Next.js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5171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ส่ง HTTP Request ไปหา Backend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200400"/>
            <a:ext cx="420624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00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(ฝั่ง Server)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ทำงานบน Server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913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จัดการ Business Logic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2153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ใช้ NestJS + Prisma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5171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▸  เชื่อมต่อกับ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⚡  Next.js คืออะไร?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</a:rPr>
              <a:t>React Framework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</a:rPr>
              <a:t>สำหรับ Production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468880" cy="36576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080"/>
                </a:solidFill>
              </a:rPr>
              <a:t>by Vercel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★ GitHub Stars: 130k+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Production-ready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Open 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ใช้กันทั่วโลก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96012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960120"/>
            <a:ext cx="54864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99669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🖥️  Server-Side Rendering (SSR)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134416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Render HTML บน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ผู้ใช้เห็นหน้าเร็ว + SEO ดี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96596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965960"/>
            <a:ext cx="54864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0025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💻  Client-Side Rendering (CSR)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235000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Browser Render เอง ด้วย 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เหมาะกับ Dynamic UI ที่ login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297180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971800"/>
            <a:ext cx="54864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0083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📁  File-Based Routing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335584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สร้างไฟล์ใน /app หรือ /pages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ระบบสร้าง URL ให้อัตโนมัติ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97764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3977640"/>
            <a:ext cx="54864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0142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⚡  Static Generation (SSG)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436168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Build ครั้งเดียว ได้ HTML สำเร็จรูป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เร็วมาก เหมาะ blog / landing page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🖥️  SSR vs CSR — Next.js Rendering Modes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Next.js รองรับ 2 วิธีหลักในการ Render  |  เลือกให้เหมาะกับแต่ละ Use Case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CSR — Client-Side Rendering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💻  Browser ทำงานเอง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1️⃣  Browser ขอ HTML จาก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523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2️⃣  Server ส่ง HTML เปล่า + JavaScript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3️⃣  Browser รัน JS และดึงข้อมูล (fetch)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4️⃣  Browser วาด UI เองทั้งหมด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3840480" cy="868680"/>
          </a:xfrm>
          <a:prstGeom prst="rect">
            <a:avLst/>
          </a:prstGeom>
          <a:solidFill>
            <a:srgbClr val="F0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673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✅  Dynamic / Real-time UI ดีมาก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✅  เหมาะกับ Dashboard, App ที่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SEO ไม่ดี (HTML เปล่าตอนแรก)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411480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 client'  // ← CSR: ใส่ keyword นี้ไว้บนสุดของไฟล์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SSR — Server-Side Rendering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🖥️  Server ทำงานก่อน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4231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1️⃣  Browser ขอ HTML จาก Server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7523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2️⃣  Server ดึงข้อมูลจาก DB ก่อน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0815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3️⃣  Server สร้าง HTML สมบูรณ์ส่งกลับ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4️⃣  Browser แสดงผลได้เลย — ไม่ต้องรอ 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749040"/>
            <a:ext cx="3840480" cy="868680"/>
          </a:xfrm>
          <a:prstGeom prst="rect">
            <a:avLst/>
          </a:prstGeom>
          <a:solidFill>
            <a:srgbClr val="F0F6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673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✅  SEO ดีมาก (HTML พร้อมใช้ทันที)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✅  เหมาะกับ Blog, Landing, E-commerce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Server ต้องทำงานทุก 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SSR: ไม่ใส่ 'use client' = Server Component (default)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🧩  Component-Based คืออะไร?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🔑  Component = ชิ้นส่วนเล็กๆ ของ UI  |  นำกลับมาใช้ใหม่ได้  |  แต่ละ Component ดูแลตัวเองได้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หน้าเว็บ 1 หน้า ประกอบขึ้นจาก Components หลายชิ้น: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&lt;Page /&gt;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&lt;Navbar /&gt;    —    Logo | เมนู | Login Button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029200" cy="1371600"/>
          </a:xfrm>
          <a:prstGeom prst="rect">
            <a:avLst/>
          </a:prstGeom>
          <a:solidFill>
            <a:srgbClr val="F0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&lt;ProductList /&gt;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463040" cy="914400"/>
          </a:xfrm>
          <a:prstGeom prst="rect">
            <a:avLst/>
          </a:prstGeom>
          <a:solidFill>
            <a:srgbClr val="DDEE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&lt;ProductCard /&gt;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200400"/>
            <a:ext cx="1463040" cy="914400"/>
          </a:xfrm>
          <a:prstGeom prst="rect">
            <a:avLst/>
          </a:prstGeom>
          <a:solidFill>
            <a:srgbClr val="DDEE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&lt;ProductCard /&gt;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3200400"/>
            <a:ext cx="1463040" cy="914400"/>
          </a:xfrm>
          <a:prstGeom prst="rect">
            <a:avLst/>
          </a:prstGeom>
          <a:solidFill>
            <a:srgbClr val="DDEE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&lt;ProductCard /&gt;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2880360"/>
            <a:ext cx="2834640" cy="1371600"/>
          </a:xfrm>
          <a:prstGeom prst="rect">
            <a:avLst/>
          </a:prstGeom>
          <a:solidFill>
            <a:srgbClr val="F0F6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880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&lt;Sidebar /&gt;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  &lt;SearchBox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  &lt;CategoryFilter /&gt;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4A6080">
              <a:alpha val="80000"/>
            </a:srgbClr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&lt;Footer /&gt;    —    Copyright | Social Links | Contact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🔄  Next.js Lifecycle — ชีวิตของ Component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 Mount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Component ถูกสร้างขึ้น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และแสดงใน DOM ครั้งแรก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12848" y="1463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0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2024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 Render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React วาด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จาก state และ props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7408" y="1463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0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19202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 Update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138988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state/props เปลี่ยน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Component render ใหม่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01968" y="1463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08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14400"/>
            <a:ext cx="1920240" cy="4572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4. Unmount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138988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Component ถูกลบออก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จาก DOM (cleanup)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606040"/>
            <a:ext cx="8595360" cy="2377440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633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💻  Code ตัวอย่าง: useEffect จัดการ Lifecycle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useState, useEffect } from 'react'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152851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306470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ProductList() {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460090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useState เก็บข้อมูล products ไว้ใน state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613709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[products, setProducts] = useState([])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767328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920947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useEffect = ทำงานเมื่อ Component Mount ([] = ทำครั้งเดียว)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074566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228186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fetch('/api/products')               // เรียก API ดึงข้อมูล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381805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.then(res =&gt; res.json())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535424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.then(data =&gt; setProducts(data))   // อัพเดต state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689043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   // [] = dependency array ว่าง = ทำแค่ครั้งเดียวตอน Mount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84266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🏗️  NestJS คืออะไร?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NestJS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580C"/>
                </a:solidFill>
              </a:rPr>
              <a:t>Node.js Framework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A580C"/>
                </a:solidFill>
              </a:rPr>
              <a:t>สำหรับ Backend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468880" cy="36576"/>
          </a:xfrm>
          <a:prstGeom prst="rect">
            <a:avLst/>
          </a:prstGeom>
          <a:solidFill>
            <a:srgbClr val="EA580C">
              <a:alpha val="50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080"/>
                </a:solidFill>
              </a:rPr>
              <a:t>สร้างบน Express.js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580C"/>
                </a:solidFill>
              </a:rPr>
              <a:t>★ GitHub Stars: 68k+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TypeScript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Architecture ชัดเจน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FF"/>
                </a:solidFill>
              </a:rPr>
              <a:t>✓  Enterprise-grade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96012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960120"/>
            <a:ext cx="54864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99669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📦  Module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13624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แบ่งโค้ดเป็น Modules ชัดเจน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ง่ายต่อการ maintain และ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96596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965960"/>
            <a:ext cx="54864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0025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🎯  Decorator (@)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23682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ใช้ @Controller @Get @Post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อ่านง่าย เขียนน้อย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297180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971800"/>
            <a:ext cx="54864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0083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💉  Dependency Injection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3374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NestJS จัดการ Service ให้อัตโนมัติ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ไม่ต้อง new Class() เอง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97764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3977640"/>
            <a:ext cx="54864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0142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✅  Built-in 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43799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ตรวจสอบข้อมูลที่รับมาได้เลย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ด้วย class-validator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🏛️  NestJS Architecture — โครงสร้างการทำงาน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88720" cy="1188720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(Browser)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81328" y="1554480"/>
            <a:ext cx="237744" cy="54864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4630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1005840"/>
            <a:ext cx="1463040" cy="118872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058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(AppModule)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554480"/>
            <a:ext cx="237744" cy="54864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630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1645920" cy="1188720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005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(@Controller)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38928" y="1554480"/>
            <a:ext cx="237744" cy="54864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4630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005840"/>
            <a:ext cx="1645920" cy="1188720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005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(@Injectable)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59168" y="1554480"/>
            <a:ext cx="237744" cy="54864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4630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005840"/>
            <a:ext cx="1554480" cy="118872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005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Prisma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(ORM)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377440"/>
            <a:ext cx="1554480" cy="731520"/>
          </a:xfrm>
          <a:prstGeom prst="ellipse">
            <a:avLst/>
          </a:prstGeom>
          <a:solidFill>
            <a:srgbClr val="581C87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(PostgreSQL)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176272"/>
            <a:ext cx="5486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46120"/>
            <a:ext cx="42062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4612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826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5661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</a:rPr>
              <a:t>จัดกลุ่ม Controllers และ Services เข้าด้วยกัน เหมือนโฟลเดอร์แบ่งฟีเจอร์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42062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246120"/>
            <a:ext cx="54864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826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5661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</a:rPr>
              <a:t>รับ HTTP Request (GET /products) แล้วส่งต่อให้ Service จัดการ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114800"/>
            <a:ext cx="42062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114800"/>
            <a:ext cx="548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151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Service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4348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</a:rPr>
              <a:t>Business Logic อยู่ที่นี่ เช่น ดึงข้อมูล, คำนวณ, บันทึก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2062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114800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151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Prisma ORM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44348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</a:rPr>
              <a:t>แปลง TypeScript เป็น SQL Query ให้อัตโนมัติ ไม่ต้องเขียน SQL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🗃️  CRUD คืออะไร?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CRUD = 4 การกระทำหลักของทุก Web Application  |  Create · Read · Update · Delete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01168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Create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สร้างข้อมูลใหม่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1463040" cy="34747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HTTP: POST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ตัวอย่าง: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เพิ่มสินค้าใหม่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182880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products...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508760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508760"/>
            <a:ext cx="201168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5468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อ่าน/ดึงข้อมูล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304288"/>
            <a:ext cx="1463040" cy="347472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HTTP: GET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ตัวอย่าง: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ดูรายการสินค้า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3429000"/>
            <a:ext cx="182880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508760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508760"/>
            <a:ext cx="2011680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34924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Update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แก้ไขข้อมูล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2304288"/>
            <a:ext cx="1463040" cy="347472"/>
          </a:xfrm>
          <a:prstGeom prst="rect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HTTP: 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ตัวอย่าง: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แก้ราคาสินค้า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429000"/>
            <a:ext cx="182880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 SET...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1508760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1508760"/>
            <a:ext cx="201168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754380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Delete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4380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ลบข้อมูล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0" y="2304288"/>
            <a:ext cx="1463040" cy="34747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HTTP: DELETE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ตัวอย่าง: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ลบสินค้าออก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49440" y="3429000"/>
            <a:ext cx="182880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products...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494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080"/>
                </a:solidFill>
              </a:rPr>
              <a:t>💡  ทุก Web App ที่มีข้อมูล จะมี CRUD เสมอ — เช่น ร้านค้า, บล็อก, โซเชียลมีเดีย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📁  โครงสร้างโปรเจค (Project Structure)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⚡ Next.js  (Frontend)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02336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page.tsx  ← หน้าหลัก 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layout.tsx  ← Layout ครอบทุกหน้า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products/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page.tsx  ← หน้า /products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09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Navbar.tsx  ← Component แถบนำทาง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ProductCard.tsx  ← Component การ์ดสินค้า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739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api.ts  ← เรียก API Backend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🏗️ NestJS  (Backend)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280160"/>
            <a:ext cx="402336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53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my-api/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app.module.ts  ← Module หลัก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main.ts  ← จุดเริ่ม Server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products/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679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products.module.ts  ← Module สินค้า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products.controller.ts  ← รับ Request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209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products.service.ts  ← Business Logic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474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dto/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739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create-product.dto.ts  ← Validate ข้อมูล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prisma/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270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schema.prisma  ← โครงสร้าง DB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Code: Frontend — แสดงและเพิ่มสินค้า (Next.js)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</a:rPr>
              <a:t>📄  app/products/page.tsx  — ไฟล์นี้แสดงรายการสินค้า และมีฟอร์มเพิ่มสินค้าใหม่ (CRUD: Read + Create)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3611880"/>
          </a:xfrm>
          <a:prstGeom prst="rect">
            <a:avLst/>
          </a:prstGeom>
          <a:solidFill>
            <a:srgbClr val="1E2D3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 client' // บอก Next.js ว่านี่คือ Client Component (ใช้ useState, useEffect ได้)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42923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useState, useEffect } from 'react'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78254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13586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กำหนด Type ของข้อมูลสินค้า (TypeScript)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48917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Product = { id: number; name: string; price: number 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119579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ProductsPage()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254910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useState: เก็บรายการสินค้า เริ่มต้นเป็น array ว่าง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390242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[products, setProducts] = useState&lt;Product[]&gt;([])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525573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[name, setName]         = useState('')   // ชื่อสินค้าในฟอร์ม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60904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[price, setPrice]       = useState(0)    // ราคาสินค้าในฟอร์ม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796235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931566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READ: ดึงข้อมูลจาก Backend ตอน Component โหลดครั้งแรก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066898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202229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fetch('http://localhost:3001/products')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.then(r =&gt; r.json()).then(setProducts)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472891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 // [] = ทำแค่ครั้งเดียวตอน Mount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608222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743554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CREATE: ส่งข้อมูลใหม่ไปให้ Backend บันทึก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878885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handleCreate()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014216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 = await fetch('http://localhost:3001/products', {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149547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 : 'POST',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284878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headers: { 'Content-Type': 'application/json' },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420210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   : JSON.stringify({ name, price }), // ส่ง JSON ไป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4555541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690872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newProduct = await res.json()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826203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setProducts([...products, newProduct]) // เพิ่มลง state ไม่ต้อง reload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961534"/>
            <a:ext cx="832104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Code: Backend — Controller (NestJS)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580C"/>
                </a:solidFill>
              </a:rPr>
              <a:t>📄  src/products/products.controller.ts  — รับ HTTP Request แล้วเรียก Service จัดการ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3611880"/>
          </a:xfrm>
          <a:prstGeom prst="rect">
            <a:avLst/>
          </a:prstGeom>
          <a:solidFill>
            <a:srgbClr val="1E2D3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Controller, Get, Post, Put, Delete, Body, Param } from '@nestjs/common'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11480" y="1406347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ProductsService }  from './products.service' // import Service มาใช้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11480" y="1505102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CreateProductDto } from './dto/create-product.dto'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11480" y="160385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11480" y="1702613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@Controller('products') // กำหนด base URL = /products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ProductsController {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11480" y="1900123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readonly productsService: ProductsService) {}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11480" y="199887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Dependency Injection: NestJS inject Service ให้อัตโนมัติ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11480" y="2097634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11480" y="2196389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ALL: GET /products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11480" y="2295144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@Get()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11480" y="2393899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findAll() { return this.productsService.findAll() }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11480" y="2492654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11480" y="2591410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ONE: GET /products/:id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11480" y="2690165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@Get(':id')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11480" y="2788920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findOne(@Param('id') id: string) {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11480" y="2887675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this.productsService.findOne(+id) // +id แปลง string เป็น number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1480" y="2986430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11480" y="3085186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11480" y="3183941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CREATE: POST /products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11480" y="3282696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@Post()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11480" y="3381451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create(@Body() dto: CreateProductDto) {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3480206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this.productsService.create(dto)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11480" y="3578962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3677717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3776472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UPDATE: PUT /products/:id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11480" y="3875227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@Put(':id')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11480" y="3973982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update(@Param('id') id: string, @Body() dto: CreateProductDto) {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407273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this.productsService.update(+id, dto)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11480" y="4171493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11480" y="427024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1480" y="4369003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DELETE: DELETE /products/:id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11480" y="4467758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@Delete(':id')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11480" y="4566514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remove(@Param('id') id: string) { return this.productsService.remove(+id) }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11480" y="4665269"/>
            <a:ext cx="8321040" cy="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Code: Backend — Service + Prisma (NestJS)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</a:rPr>
              <a:t>📄  src/products/products.service.ts  — Business Logic และ Prisma ORM เชื่อมต่อ Database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3611880"/>
          </a:xfrm>
          <a:prstGeom prst="rect">
            <a:avLst/>
          </a:prstGeom>
          <a:solidFill>
            <a:srgbClr val="1E2D3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Injectable } from '@nestjs/common'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415491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PrismaService }    from '../prisma/prisma.service' // Prisma client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23390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CreateProductDto } from './dto/create-product.dto'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631290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39189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@Injectable() // บอก NestJS ว่า class นี้ inject ได้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ProductsService {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54987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prisma: PrismaService) {} // Inject Prisma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062886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170786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READ: SELECT * FROM products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278685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findAll() { return this.prisma.product.findMany()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386584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494483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ONE: ดึงสินค้าตาม 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602382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findOne(id: number)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710282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this.prisma.product.findUnique({ where: { id } })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818181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26080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033979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CREATE: INSERT INTO products...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141878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create(dto: CreateProductDto)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249778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this.prisma.product.create({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357677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{ name: dto.name, price: dto.price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465576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3573475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681374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3789274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UPDATE: UPDATE products SET...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3897173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update(id: number, dto: CreateProductDto) {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005072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this.prisma.product.update({ where: { id }, data: dto })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4112971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4220870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328770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DELETE: DELETE FROM products WHERE id = 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436669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remove(id: number) {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544568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this.prisma.product.delete({ where: { id } })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652467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760366"/>
            <a:ext cx="832104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Code: Prisma Schema — กำหนดโครงสร้าง Database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solidFill>
            <a:srgbClr val="581C87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📄  prisma/schema.prisma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20440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กำหนด Database ที่ใช้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55725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 db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1300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"postgresql"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70278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     = env("DATABASE_URL")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27555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42109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 client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39938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"prisma-client-js"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5666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713939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87121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Product = ตาราง products ใน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028493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Product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18577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@id = Primary Key, autoincrement อัตโนมัติ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34304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Int      @id @default(autoincrement())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500323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String   // ชื่อสินค้า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5760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Float    // ราคา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14877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@default(now()) = บันทึกเวลาปัจจุบัน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972154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DateTime @default(now())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2943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86707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443984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หลังแก้ schema รัน: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601261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npx prisma migrate dev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📄  dto/create-product.dto.ts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234440"/>
            <a:ext cx="429768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29844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IsString, IsNumber } from 'class-validator'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14493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1600200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DTO = Data Transfer Object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1751076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ตรวจสอบข้อมูลที่รับจาก Client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1901952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CreateProductDto {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205282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@IsString()       // ต้องเป็น string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220370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2354580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2505456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@IsNumber()       // ต้องเป็น number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2656332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number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280720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3154680"/>
            <a:ext cx="42976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3154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🚀  คำสั่งสำคัญ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3520440"/>
            <a:ext cx="4297680" cy="1508760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59359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สร้างโปรเจค Next.js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3771900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create-next-app@latest my-app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3950208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สร้างโปรเจค NestJS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4128516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@nestjs/cli &amp;&amp; nest new my-api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4306824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ติดตั้ง + migrate Prisma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448513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prisma @prisma/client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4663440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init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4841748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init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สรุปสิ่งที่เรียนรู้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51960" cy="1691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251960" cy="475488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🌐  เว็บทำงานอย่างไร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Browser → Frontend (Next.js) → Backend (NestJS) → Database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579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Frontend แสดงผล, Backend จัดการ Logic +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51960" cy="1691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251960" cy="475488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972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🖥️  SSR vs CSR (Next.js)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SSR = Server สร้าง HTML ก่อน → SEO ดี, โหลดเร็ว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1579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CSR = Browser สร้าง UI เอง → Dynamic, Real-time, เหมาะ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51960" cy="1691640"/>
          </a:xfrm>
          <a:prstGeom prst="rect">
            <a:avLst/>
          </a:prstGeom>
          <a:solidFill>
            <a:srgbClr val="1B3A5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51960" cy="475488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175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🏗️  Architecture (NestJS)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Module → Controller → Service → Prisma → DB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Decorator (@Get, @Post) ทำให้โค้ดอ่านง่าย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51960" cy="1691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251960" cy="475488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175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🗃️  CRUD Operations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5478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Create(POST) Read(GET) Update(PUT) Delete(DELETE)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4078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F0FF"/>
                </a:solidFill>
              </a:rPr>
              <a:t>▸  Prisma ORM แปลง TypeScript เป็น SQL อัตโนมัติ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🚀  ขั้นต่อไป: ลองสร้างโปรเจคจริง → ติดตั้ง Next.js + NestJS แล้วทำ CRUD สินค้าให้ครบ!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Web: Next.js + NestJS</dc:title>
  <dc:subject>PptxGenJS Presentation</dc:subject>
  <dc:creator>BeautyUp Enterprise</dc:creator>
  <cp:lastModifiedBy>BeautyUp Enterprise</cp:lastModifiedBy>
  <cp:revision>1</cp:revision>
  <dcterms:created xsi:type="dcterms:W3CDTF">2026-06-12T03:37:39Z</dcterms:created>
  <dcterms:modified xsi:type="dcterms:W3CDTF">2026-06-12T03:37:39Z</dcterms:modified>
</cp:coreProperties>
</file>